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电商采购装柜轻型 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从 Takealot 销量预测到采购任务、装柜计算、海运在途跟踪的一体化系统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3108960" cy="100584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自动同步</a:t>
            </a:r>
          </a:p>
          <a:p>
            <a:pPr algn="ctr"/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Takealot 销量与库存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600200"/>
            <a:ext cx="3108960" cy="10058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智能生成</a:t>
            </a:r>
          </a:p>
          <a:p>
            <a:pPr algn="ctr"/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采购建议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600200"/>
            <a:ext cx="3108960" cy="100584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跟踪采购</a:t>
            </a:r>
          </a:p>
          <a:p>
            <a:pPr algn="ctr"/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与海运在途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2103120"/>
            <a:ext cx="6400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35240" y="2103120"/>
            <a:ext cx="6400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" y="338328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目标：减少人工表格整理、避免漏采错采、控制整柜 68-70 CBM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适用：多店铺、多采购人、海运周期长、需要持续补货预测的电商团队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结果：采购建议可调整，采购任务可分配，在途库存可追踪，验货单可导出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电商采购装柜轻型 ERP | 客户展示版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系统总流程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数据进入系统，经过预测、装柜、采购确认，最终形成在途库存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Takealot API</a:t>
            </a:r>
          </a:p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销量 / 库存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月销量</a:t>
            </a:r>
          </a:p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采购建议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1892807"/>
            <a:ext cx="4114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069080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采购池</a:t>
            </a:r>
          </a:p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按店铺汇总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1892807"/>
            <a:ext cx="4114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97880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装柜计算</a:t>
            </a:r>
          </a:p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68-70 CBM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1892807"/>
            <a:ext cx="4114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26679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采购任务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0" y="1892807"/>
            <a:ext cx="411479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55480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  <a:p>
            <a:pPr algn="ctr"/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采购订单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0" y="1892807"/>
            <a:ext cx="4114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69080" y="3291840"/>
            <a:ext cx="1417320" cy="77724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SKU 资料库</a:t>
            </a:r>
          </a:p>
          <a:p>
            <a:pPr algn="ctr"/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价格 / CBM / 采购人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2944368" y="2286000"/>
            <a:ext cx="1828800" cy="100584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55480" y="3291840"/>
            <a:ext cx="1417320" cy="77724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 / 海运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在途库存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59568" y="2286000"/>
            <a:ext cx="0" cy="100584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43000" y="3703320"/>
            <a:ext cx="84124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3291840"/>
            <a:ext cx="1417320" cy="77724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参与下一轮</a:t>
            </a:r>
          </a:p>
          <a:p>
            <a:pPr algn="ctr"/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采购预测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电商采购装柜轻型 ERP | 客户展示版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五大核心页面职责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每个页面只负责一个清晰环节，避免采购计划、采购执行和物流数据混在一起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011680" cy="50292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SKU 资料库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23444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商品主数据：SKU、厂家、价格、CBM、采购人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50292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月销量采购建议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01168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同步 API，计算建议采购数量，可人工修改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2011680" cy="50292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装柜计算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78892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控制柜容，调整数量，生成采购任务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2011680" cy="50292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我的采购订单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56616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采购人查看自己的任务并确认采购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2011680" cy="50292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 / 在途库存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434340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维护已确认采购、物流数据、到货状态、导出验货单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电商采购装柜轻型 ERP | 客户展示版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采购建议计算逻辑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把销售、库存、在途库存统一成一套可解释的订货公式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建议采购数量 = 月销量 × 备货月数 - 南非本地库存 - 官方仓库存 - 送仓路上库存 - 海运在途库存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5120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月销量 &gt; 50：备货 4 个月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月销量 21-50：备货 3 个月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月销量 20 及以下：备货 2 个月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建议采购数量可以人工调整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3172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SKU 越大越新，用于新品判断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Bestby / Arfast / Aicom 有不同新品倍率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新品预测在备注里展示，不阻止采购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未录入 SKU 资料才标红提示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电商采购装柜轻型 ERP | 客户展示版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采购执行 SOP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从系统预测到采购确认，再到在途库存管理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331720" cy="68580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1. 维护 SKU 资料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39" y="1673352"/>
            <a:ext cx="548641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83280" y="1325880"/>
            <a:ext cx="2331720" cy="68580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2. 同步 Takealot 数据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1673352"/>
            <a:ext cx="54864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63640" y="1325880"/>
            <a:ext cx="2331720" cy="68580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3. 生成并调整采购建议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59" y="1673352"/>
            <a:ext cx="548641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0" y="1325880"/>
            <a:ext cx="2331720" cy="68580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4. 加入采购池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2331720" cy="68580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5. 装柜计算 68-70 CBM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39" y="3502152"/>
            <a:ext cx="548641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83280" y="3154680"/>
            <a:ext cx="2331720" cy="68580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6. 生成采购任务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5000" y="3502152"/>
            <a:ext cx="54864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63640" y="3154680"/>
            <a:ext cx="2331720" cy="68580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7. 采购人确认订单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59" y="3502152"/>
            <a:ext cx="548641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3154680"/>
            <a:ext cx="2331720" cy="68580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8. 进入采购 / 海运在途库存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673352" y="2011680"/>
            <a:ext cx="7470648" cy="114300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电商采购装柜轻型 ERP | 客户展示版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角色权限与协作方式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内部多人在线使用，各角色看到和维护自己负责的数据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108960" cy="64008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admin 管理员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2834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维护 SKU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查看和编辑全部数据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管理采购和在途库存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108960" cy="64008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buyer 采购员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148840"/>
            <a:ext cx="2834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查看自己的采购订单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确认数量、价格、状态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补充备注和物流数据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325880"/>
            <a:ext cx="3108960" cy="64008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viewer 查看人员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2834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只读查看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不修改数据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适合管理层或协作人员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电商采购装柜轻型 ERP | 客户展示版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客户演示顺序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建议按真实业务路径录屏或现场演示，控制在 3-5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1. 登录系统，说明这是内部多人在线工作台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2. 展示 SKU 资料库，说明商品主数据来源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3. 打开月销量采购建议，展示 Takealot API 同步和新品预测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4. 修改建议采购数量，加入本轮采购池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5. 发送到装柜计算，调整到 68-70 CBM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6. 生成采购任务，展示采购人顶部待采购提醒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7. 采购人在我的采购订单确认数量、价格和状态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8. 进入采购 / 海运在途库存，补充物流数据并导出验货单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电商采购装柜轻型 ERP | 客户展示版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客户价值总结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把分散表格变成可预测、可分配、可追踪的采购闭环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效率：自动同步销量和库存，减少人工整理报表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准确：结合库存和海运在途，减少重复采购和漏采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装柜：采购建议进入装柜计算，控制 68-70 CBM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协作：采购任务按采购人分配，登录后可看到待采购提醒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追踪：采购确认后进入在途库存，物流数据和到货状态可维护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沉淀：历史采购和在途数据参与下一轮采购预测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F6D78"/>
                </a:solidFill>
                <a:latin typeface="Microsoft YaHei"/>
                <a:ea typeface="Microsoft YaHei"/>
                <a:cs typeface="Microsoft YaHei"/>
              </a:rPr>
              <a:t>电商采购装柜轻型 ERP | 客户展示版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