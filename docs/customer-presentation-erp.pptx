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2A"/>
                </a:solidFill>
              </a:defRPr>
            </a:pPr>
            <a:r>
              <a:t>???????? 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D78"/>
                </a:solidFill>
              </a:defRPr>
            </a:pPr>
            <a:r>
              <a:t>? Takealot ???????????????????????????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3108960" cy="100584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16202A"/>
                </a:solidFill>
              </a:defRPr>
            </a:pPr>
            <a:r>
              <a:t>????</a:t>
            </a:r>
            <a:br/>
            <a:r>
              <a:t>Takealot 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600200"/>
            <a:ext cx="3108960" cy="10058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16202A"/>
                </a:solidFill>
              </a:defRPr>
            </a:pPr>
            <a:r>
              <a:t>????</a:t>
            </a:r>
            <a:br/>
            <a:r>
              <a:t>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600200"/>
            <a:ext cx="3108960" cy="100584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16202A"/>
                </a:solidFill>
              </a:defRPr>
            </a:pPr>
            <a:r>
              <a:t>????</a:t>
            </a:r>
            <a:br/>
            <a:r>
              <a:t>?????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2103120"/>
            <a:ext cx="6400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35240" y="2103120"/>
            <a:ext cx="6400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" y="3383280"/>
            <a:ext cx="987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202A"/>
                </a:solidFill>
              </a:defRPr>
            </a:pPr>
            <a:r>
              <a:t>??????????????????????? 68-70 CBM</a:t>
            </a:r>
          </a:p>
          <a:p>
            <a:pPr>
              <a:spcAft>
                <a:spcPts val="800"/>
              </a:spcAft>
              <a:defRPr sz="1600">
                <a:solidFill>
                  <a:srgbClr val="16202A"/>
                </a:solidFill>
              </a:defRPr>
            </a:pPr>
            <a:r>
              <a:t>???????????????????????????????</a:t>
            </a:r>
          </a:p>
          <a:p>
            <a:pPr>
              <a:spcAft>
                <a:spcPts val="800"/>
              </a:spcAft>
              <a:defRPr sz="1600">
                <a:solidFill>
                  <a:srgbClr val="16202A"/>
                </a:solidFill>
              </a:defRPr>
            </a:pPr>
            <a:r>
              <a:t>?????????????????????????????????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D78"/>
                </a:solidFill>
              </a:defRPr>
            </a:pPr>
            <a:r>
              <a:t>???????? ERP | 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2A"/>
                </a:solidFill>
              </a:defRPr>
            </a:pPr>
            <a:r>
              <a:t>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D78"/>
                </a:solidFill>
              </a:defRPr>
            </a:pPr>
            <a:r>
              <a:t>????????????????????????????????????????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6202A"/>
                </a:solidFill>
              </a:defRPr>
            </a:pPr>
            <a:r>
              <a:t>Takealot API</a:t>
            </a:r>
            <a:br/>
            <a:r>
              <a:t>?? / 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6202A"/>
                </a:solidFill>
              </a:defRPr>
            </a:pPr>
            <a:r>
              <a:t>???</a:t>
            </a:r>
            <a:br/>
            <a:r>
              <a:t>????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1892807"/>
            <a:ext cx="4114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069080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6202A"/>
                </a:solidFill>
              </a:defRPr>
            </a:pPr>
            <a:r>
              <a:t>???</a:t>
            </a:r>
            <a:br/>
            <a:r>
              <a:t>?????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1892807"/>
            <a:ext cx="4114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97880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6202A"/>
                </a:solidFill>
              </a:defRPr>
            </a:pPr>
            <a:r>
              <a:t>????</a:t>
            </a:r>
            <a:br/>
            <a:r>
              <a:t>68-70 CBM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1892807"/>
            <a:ext cx="4114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26679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6202A"/>
                </a:solidFill>
              </a:defRPr>
            </a:pPr>
            <a:r>
              <a:t>??</a:t>
            </a:r>
            <a:br/>
            <a:r>
              <a:t>????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0" y="1892807"/>
            <a:ext cx="411479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55480" y="1508760"/>
            <a:ext cx="141732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6202A"/>
                </a:solidFill>
              </a:defRPr>
            </a:pPr>
            <a:r>
              <a:t>??</a:t>
            </a:r>
            <a:br/>
            <a:r>
              <a:t>????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0" y="1892807"/>
            <a:ext cx="4114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69080" y="3291840"/>
            <a:ext cx="1417320" cy="77724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16202A"/>
                </a:solidFill>
              </a:defRPr>
            </a:pPr>
            <a:r>
              <a:t>SKU ???</a:t>
            </a:r>
            <a:br/>
            <a:r>
              <a:t>?? / CBM / ???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2944368" y="2286000"/>
            <a:ext cx="1828800" cy="100584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55480" y="3291840"/>
            <a:ext cx="1417320" cy="77724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?? / ??</a:t>
            </a:r>
            <a:br/>
            <a:r>
              <a:t>????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59568" y="2286000"/>
            <a:ext cx="0" cy="100584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143000" y="3703320"/>
            <a:ext cx="841248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3291840"/>
            <a:ext cx="1417320" cy="77724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16202A"/>
                </a:solidFill>
              </a:defRPr>
            </a:pPr>
            <a:r>
              <a:t>?????</a:t>
            </a:r>
            <a:br/>
            <a:r>
              <a:t>????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D78"/>
                </a:solidFill>
              </a:defRPr>
            </a:pPr>
            <a:r>
              <a:t>???????? ERP | 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2A"/>
                </a:solidFill>
              </a:defRPr>
            </a:pPr>
            <a:r>
              <a:t>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D78"/>
                </a:solidFill>
              </a:defRPr>
            </a:pPr>
            <a:r>
              <a:t>??????????????????????????????????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011680" cy="50292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SKU 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23444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0">
                <a:solidFill>
                  <a:srgbClr val="16202A"/>
                </a:solidFill>
              </a:defRPr>
            </a:pPr>
            <a:r>
              <a:t>??????SKU???????CBM????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50292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???????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01168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0">
                <a:solidFill>
                  <a:srgbClr val="16202A"/>
                </a:solidFill>
              </a:defRPr>
            </a:pPr>
            <a:r>
              <a:t>?? API???????????????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2011680" cy="50292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????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78892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0">
                <a:solidFill>
                  <a:srgbClr val="16202A"/>
                </a:solidFill>
              </a:defRPr>
            </a:pPr>
            <a:r>
              <a:t>????????????????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2011680" cy="50292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??????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56616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0">
                <a:solidFill>
                  <a:srgbClr val="16202A"/>
                </a:solidFill>
              </a:defRPr>
            </a:pPr>
            <a:r>
              <a:t>???????????????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2011680" cy="50292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?? / ????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434340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0">
                <a:solidFill>
                  <a:srgbClr val="16202A"/>
                </a:solidFill>
              </a:defRPr>
            </a:pPr>
            <a:r>
              <a:t>???????????????????????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D78"/>
                </a:solidFill>
              </a:defRPr>
            </a:pPr>
            <a:r>
              <a:t>???????? ERP | ?????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2A"/>
                </a:solidFill>
              </a:defRPr>
            </a:pPr>
            <a:r>
              <a:t>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D78"/>
                </a:solidFill>
              </a:defRPr>
            </a:pPr>
            <a:r>
              <a:t>????????????????????????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77724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16202A"/>
                </a:solidFill>
              </a:defRPr>
            </a:pPr>
            <a:r>
              <a:t>?????? = ??? ? ???? - ?????? - ????? - ?????? - 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5120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??? &gt; 50??? 4 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??? 21-50??? 3 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??? 20 ?????? 2 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3172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SKU ???????????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Bestby / Arfast / Aicom ???????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????????????????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??? SKU ???????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D78"/>
                </a:solidFill>
              </a:defRPr>
            </a:pPr>
            <a:r>
              <a:t>???????? ERP | 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2A"/>
                </a:solidFill>
              </a:defRPr>
            </a:pPr>
            <a:r>
              <a:t>???? SOP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D78"/>
                </a:solidFill>
              </a:defRPr>
            </a:pPr>
            <a:r>
              <a:t>???????????????????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331720" cy="68580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6202A"/>
                </a:solidFill>
              </a:defRPr>
            </a:pPr>
            <a:r>
              <a:t>1. ?? SKU ??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39" y="1673352"/>
            <a:ext cx="548641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83280" y="1325880"/>
            <a:ext cx="2331720" cy="68580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6202A"/>
                </a:solidFill>
              </a:defRPr>
            </a:pPr>
            <a:r>
              <a:t>2. ?? Takealot ??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0" y="1673352"/>
            <a:ext cx="54864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63640" y="1325880"/>
            <a:ext cx="2331720" cy="68580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6202A"/>
                </a:solidFill>
              </a:defRPr>
            </a:pPr>
            <a:r>
              <a:t>3. ?????????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59" y="1673352"/>
            <a:ext cx="548641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0" y="1325880"/>
            <a:ext cx="2331720" cy="685800"/>
          </a:xfrm>
          <a:prstGeom prst="roundRect">
            <a:avLst/>
          </a:prstGeom>
          <a:solidFill>
            <a:srgbClr val="EEF8F5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6202A"/>
                </a:solidFill>
              </a:defRPr>
            </a:pPr>
            <a:r>
              <a:t>4. ?????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2331720" cy="68580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6202A"/>
                </a:solidFill>
              </a:defRPr>
            </a:pPr>
            <a:r>
              <a:t>5. ???? 68-70 CBM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39" y="3502152"/>
            <a:ext cx="548641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83280" y="3154680"/>
            <a:ext cx="2331720" cy="68580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6202A"/>
                </a:solidFill>
              </a:defRPr>
            </a:pPr>
            <a:r>
              <a:t>6. ??????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5000" y="3502152"/>
            <a:ext cx="548640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63640" y="3154680"/>
            <a:ext cx="2331720" cy="68580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6202A"/>
                </a:solidFill>
              </a:defRPr>
            </a:pPr>
            <a:r>
              <a:t>7. ???????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59" y="3502152"/>
            <a:ext cx="548641" cy="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3154680"/>
            <a:ext cx="2331720" cy="685800"/>
          </a:xfrm>
          <a:prstGeom prst="roundRect">
            <a:avLst/>
          </a:prstGeom>
          <a:solidFill>
            <a:srgbClr val="EEF5F8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6202A"/>
                </a:solidFill>
              </a:defRPr>
            </a:pPr>
            <a:r>
              <a:t>8. ???? / ??????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673352" y="2011680"/>
            <a:ext cx="7470648" cy="1143000"/>
          </a:xfrm>
          <a:prstGeom prst="line">
            <a:avLst/>
          </a:prstGeom>
          <a:ln w="19050">
            <a:solidFill>
              <a:srgbClr val="136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D78"/>
                </a:solidFill>
              </a:defRPr>
            </a:pPr>
            <a:r>
              <a:t>???????? ERP | 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2A"/>
                </a:solidFill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D78"/>
                </a:solidFill>
              </a:defRPr>
            </a:pPr>
            <a:r>
              <a:t>????????????????????????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108960" cy="64008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admin 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2834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6202A"/>
                </a:solidFill>
              </a:defRPr>
            </a:pPr>
            <a:r>
              <a:t>?? SKU</a:t>
            </a:r>
          </a:p>
          <a:p>
            <a:pPr>
              <a:spcAft>
                <a:spcPts val="800"/>
              </a:spcAft>
              <a:defRPr sz="1400">
                <a:solidFill>
                  <a:srgbClr val="16202A"/>
                </a:solidFill>
              </a:defRPr>
            </a:pPr>
            <a:r>
              <a:t>?????????</a:t>
            </a:r>
          </a:p>
          <a:p>
            <a:pPr>
              <a:spcAft>
                <a:spcPts val="800"/>
              </a:spcAft>
              <a:defRPr sz="1400">
                <a:solidFill>
                  <a:srgbClr val="16202A"/>
                </a:solidFill>
              </a:defRPr>
            </a:pPr>
            <a:r>
              <a:t>?????????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108960" cy="64008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buyer 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148840"/>
            <a:ext cx="2834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6202A"/>
                </a:solidFill>
              </a:defRPr>
            </a:pPr>
            <a:r>
              <a:t>?????????</a:t>
            </a:r>
          </a:p>
          <a:p>
            <a:pPr>
              <a:spcAft>
                <a:spcPts val="800"/>
              </a:spcAft>
              <a:defRPr sz="1400">
                <a:solidFill>
                  <a:srgbClr val="16202A"/>
                </a:solidFill>
              </a:defRPr>
            </a:pPr>
            <a:r>
              <a:t>??????????</a:t>
            </a:r>
          </a:p>
          <a:p>
            <a:pPr>
              <a:spcAft>
                <a:spcPts val="800"/>
              </a:spcAft>
              <a:defRPr sz="1400">
                <a:solidFill>
                  <a:srgbClr val="16202A"/>
                </a:solidFill>
              </a:defRPr>
            </a:pPr>
            <a:r>
              <a:t>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325880"/>
            <a:ext cx="3108960" cy="640080"/>
          </a:xfrm>
          <a:prstGeom prst="roundRect">
            <a:avLst/>
          </a:prstGeom>
          <a:solidFill>
            <a:srgbClr val="136F63"/>
          </a:solidFill>
          <a:ln>
            <a:solidFill>
              <a:srgbClr val="CB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viewer ????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2834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6202A"/>
                </a:solidFill>
              </a:defRPr>
            </a:pPr>
            <a:r>
              <a:t>????</a:t>
            </a:r>
          </a:p>
          <a:p>
            <a:pPr>
              <a:spcAft>
                <a:spcPts val="800"/>
              </a:spcAft>
              <a:defRPr sz="1400">
                <a:solidFill>
                  <a:srgbClr val="16202A"/>
                </a:solidFill>
              </a:defRPr>
            </a:pPr>
            <a:r>
              <a:t>?????</a:t>
            </a:r>
          </a:p>
          <a:p>
            <a:pPr>
              <a:spcAft>
                <a:spcPts val="800"/>
              </a:spcAft>
              <a:defRPr sz="1400">
                <a:solidFill>
                  <a:srgbClr val="16202A"/>
                </a:solidFill>
              </a:defRPr>
            </a:pPr>
            <a:r>
              <a:t>??????????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D78"/>
                </a:solidFill>
              </a:defRPr>
            </a:pPr>
            <a:r>
              <a:t>???????? ERP | ?????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2A"/>
                </a:solidFill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D78"/>
                </a:solidFill>
              </a:defRPr>
            </a:pPr>
            <a:r>
              <a:t>???????????????????? 3-5 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1. ??????????????????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2. ?? SKU ?????????????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3. ???????????? Takealot API ???????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4. ????????????????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5. ??????????? 68-70 CBM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6. ???????????????????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7. ????????????????????</a:t>
            </a:r>
          </a:p>
          <a:p>
            <a:pPr>
              <a:spcAft>
                <a:spcPts val="800"/>
              </a:spcAft>
              <a:defRPr sz="1500">
                <a:solidFill>
                  <a:srgbClr val="16202A"/>
                </a:solidFill>
              </a:defRPr>
            </a:pPr>
            <a:r>
              <a:t>8. ???? / ???????????????????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D78"/>
                </a:solidFill>
              </a:defRPr>
            </a:pPr>
            <a:r>
              <a:t>???????? ERP | ?????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2A"/>
                </a:solidFill>
              </a:defRPr>
            </a:pPr>
            <a: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D78"/>
                </a:solidFill>
              </a:defRPr>
            </a:pPr>
            <a:r>
              <a:t>???????????????????????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6202A"/>
                </a:solidFill>
              </a:defRPr>
            </a:pPr>
            <a:r>
              <a:t>?????????????????????</a:t>
            </a:r>
          </a:p>
          <a:p>
            <a:pPr>
              <a:spcAft>
                <a:spcPts val="800"/>
              </a:spcAft>
              <a:defRPr sz="1700">
                <a:solidFill>
                  <a:srgbClr val="16202A"/>
                </a:solidFill>
              </a:defRPr>
            </a:pPr>
            <a:r>
              <a:t>??????????????????????</a:t>
            </a:r>
          </a:p>
          <a:p>
            <a:pPr>
              <a:spcAft>
                <a:spcPts val="800"/>
              </a:spcAft>
              <a:defRPr sz="1700">
                <a:solidFill>
                  <a:srgbClr val="16202A"/>
                </a:solidFill>
              </a:defRPr>
            </a:pPr>
            <a:r>
              <a:t>???????????????? 68-70 CBM</a:t>
            </a:r>
          </a:p>
          <a:p>
            <a:pPr>
              <a:spcAft>
                <a:spcPts val="800"/>
              </a:spcAft>
              <a:defRPr sz="1700">
                <a:solidFill>
                  <a:srgbClr val="16202A"/>
                </a:solidFill>
              </a:defRPr>
            </a:pPr>
            <a:r>
              <a:t>?????????????????????????</a:t>
            </a:r>
          </a:p>
          <a:p>
            <a:pPr>
              <a:spcAft>
                <a:spcPts val="800"/>
              </a:spcAft>
              <a:defRPr sz="1700">
                <a:solidFill>
                  <a:srgbClr val="16202A"/>
                </a:solidFill>
              </a:defRPr>
            </a:pPr>
            <a:r>
              <a:t>???????????????????????????</a:t>
            </a:r>
          </a:p>
          <a:p>
            <a:pPr>
              <a:spcAft>
                <a:spcPts val="800"/>
              </a:spcAft>
              <a:defRPr sz="1700">
                <a:solidFill>
                  <a:srgbClr val="16202A"/>
                </a:solidFill>
              </a:defRPr>
            </a:pPr>
            <a:r>
              <a:t>?????????????????????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CB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D78"/>
                </a:solidFill>
              </a:defRPr>
            </a:pPr>
            <a:r>
              <a:t>???????? ERP | 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